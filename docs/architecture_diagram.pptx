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11277295" cy="70217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